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2011680" cy="320040"/>
          </a:xfrm>
          <a:prstGeom prst="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SMART INDIA HACKATHON 2025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Telemedicine for Rural India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Elites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SIH25018 — Telemedicine Access for Rural Healthcare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 |  Category: Software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Bringing Healthcare Closer to Rural India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5176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Distance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Villagers travel 50+ km to reach hospitals. Rural areas have 1 doctor per 10,000 people.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88720"/>
            <a:ext cx="26517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health records get lost or damaged. No continuity of care between visits.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18872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Literacy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digital literacy means complex apps are unusable by rural populations.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2C39A"/>
                </a:solidFill>
              </a:rPr>
              <a:t>65% of India's population lives in rural areas with severely limited healthcare access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HealthConnect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97480" cy="164592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53619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Hindi, Punjabi — voice-first interface for all 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097280"/>
            <a:ext cx="2697480" cy="164592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97280"/>
            <a:ext cx="73152" cy="1645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Checker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9272" y="153619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ML model predicts disease from reported symptoms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97480" cy="164592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97280"/>
            <a:ext cx="73152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9632" y="153619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video/voice calls with doctors — no complex navigation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697480" cy="164592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73152" cy="1645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41071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records stored offline, synced online for continuity of care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971800"/>
            <a:ext cx="2697480" cy="164592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971800"/>
            <a:ext cx="73152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9272" y="341071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access to 108, 100, 102 with location awareness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971800"/>
            <a:ext cx="2697480" cy="164592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971800"/>
            <a:ext cx="73152" cy="1645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Bandwidth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9632" y="3410712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2G/3G networks — works in rural connectivity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Checker — The Data Science Core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08760" cy="237744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50876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965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4,920 patient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diseases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symptoms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240280"/>
            <a:ext cx="21031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097280"/>
            <a:ext cx="1508760" cy="237744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097280"/>
            <a:ext cx="150876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66544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66544" y="1965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vectorization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02152" y="2240280"/>
            <a:ext cx="21031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1097280"/>
            <a:ext cx="1508760" cy="237744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097280"/>
            <a:ext cx="150876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85616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85616" y="1965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 accuracy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21224" y="2240280"/>
            <a:ext cx="21031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1097280"/>
            <a:ext cx="1508760" cy="237744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31536" y="1097280"/>
            <a:ext cx="150876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04688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04688" y="1965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serving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0296" y="2240280"/>
            <a:ext cx="21031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0608" y="1097280"/>
            <a:ext cx="1508760" cy="237744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50608" y="1097280"/>
            <a:ext cx="150876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2376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1965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703320"/>
            <a:ext cx="8595360" cy="114300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includes: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10972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133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Disease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4160520"/>
            <a:ext cx="10972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4133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4160520"/>
            <a:ext cx="10972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44768" y="4133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Description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507992"/>
            <a:ext cx="10972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Precautions List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0" y="4507992"/>
            <a:ext cx="10972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1568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4507992"/>
            <a:ext cx="10972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69164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Navigation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Multilingual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lucide-react-native Icons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97280"/>
            <a:ext cx="265176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 Backend (Flask)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9272" y="169164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+ pandas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4,920 training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symptom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port 5000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097280"/>
            <a:ext cx="26517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53912" y="169164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CSV (Kaggle)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symptom_Description.csv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symptom_precaution.csv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Symptom-severity.csv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mapping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2651760"/>
            <a:ext cx="4114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2651760"/>
            <a:ext cx="4114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24231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HTTP POST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06440" y="24231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CSV Read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UI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481328" cy="2926080"/>
          </a:xfrm>
          <a:prstGeom prst="rect">
            <a:avLst/>
          </a:prstGeom>
          <a:solidFill>
            <a:srgbClr val="F0FAF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4813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Language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075688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459736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843784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40690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/ Hindi / Punjabi selection on first launch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55648" y="2450592"/>
            <a:ext cx="237744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1051560"/>
            <a:ext cx="1481328" cy="2926080"/>
          </a:xfrm>
          <a:prstGeom prst="rect">
            <a:avLst/>
          </a:prstGeom>
          <a:solidFill>
            <a:srgbClr val="F0FAF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3392" y="1051560"/>
            <a:ext cx="148132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10515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30552" y="1691640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0552" y="2075688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30552" y="2459736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30552" y="2843784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47672" y="40690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+ password auth screen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2450592"/>
            <a:ext cx="237744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12464" y="1051560"/>
            <a:ext cx="1481328" cy="2926080"/>
          </a:xfrm>
          <a:prstGeom prst="rect">
            <a:avLst/>
          </a:prstGeom>
          <a:solidFill>
            <a:srgbClr val="F0FAF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12464" y="1051560"/>
            <a:ext cx="14813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2464" y="10515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9624" y="1691640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9624" y="2075688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9624" y="2459736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9624" y="2843784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66744" y="40690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actions, emergency contacts, health tips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93792" y="2450592"/>
            <a:ext cx="237744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31536" y="1051560"/>
            <a:ext cx="1481328" cy="2926080"/>
          </a:xfrm>
          <a:prstGeom prst="rect">
            <a:avLst/>
          </a:prstGeom>
          <a:solidFill>
            <a:srgbClr val="F0FAF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1536" y="1051560"/>
            <a:ext cx="1481328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31536" y="10515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Symptoms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68696" y="1691640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68696" y="2075688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68696" y="2459736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68696" y="2843784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85816" y="40690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chips + describe → ML prediction result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12864" y="2450592"/>
            <a:ext cx="237744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50608" y="1051560"/>
            <a:ext cx="1481328" cy="2926080"/>
          </a:xfrm>
          <a:prstGeom prst="rect">
            <a:avLst/>
          </a:prstGeom>
          <a:solidFill>
            <a:srgbClr val="F0FAF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50608" y="1051560"/>
            <a:ext cx="148132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10515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87768" y="1691640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87768" y="2075688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87768" y="2459736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87768" y="2843784"/>
            <a:ext cx="1207008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04888" y="40690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Disease, confidence %, precautions, book appointment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Detected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1772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76656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43200"/>
            <a:ext cx="26517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43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Social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healthcare fairness for underserved rural communities. Builds trust in public health services.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27432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743200"/>
            <a:ext cx="26517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743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Economic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save travel costs. Reduced unnecessary hospital trips through digital triage.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27432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743200"/>
            <a:ext cx="26517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743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Scalability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2648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one district → expand statewide. Compatible with national NDHM digital health programs.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— AI-Powered Telemedicine for Rural India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cross-platform mobile app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ML model — 41 diseases, 131 symptoms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Flask API serving predictions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rural India — 2G/3G compatible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28090">
              <a:alpha val="75000"/>
            </a:srgbClr>
          </a:solidFill>
          <a:ln w="12700">
            <a:solidFill>
              <a:srgbClr val="028090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Team Code Elites  |  SIH25018  |  HealthTech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</dc:title>
  <dc:subject>PptxGenJS Presentation</dc:subject>
  <dc:creator>PptxGenJS</dc:creator>
  <cp:lastModifiedBy>PptxGenJS</cp:lastModifiedBy>
  <cp:revision>1</cp:revision>
  <dcterms:created xsi:type="dcterms:W3CDTF">2026-04-09T14:15:01Z</dcterms:created>
  <dcterms:modified xsi:type="dcterms:W3CDTF">2026-04-09T14:15:01Z</dcterms:modified>
</cp:coreProperties>
</file>